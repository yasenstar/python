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12"/>
  </p:notesMasterIdLst>
  <p:sldIdLst>
    <p:sldId id="320" r:id="rId5"/>
    <p:sldId id="322" r:id="rId6"/>
    <p:sldId id="323" r:id="rId7"/>
    <p:sldId id="326" r:id="rId8"/>
    <p:sldId id="324" r:id="rId9"/>
    <p:sldId id="325" r:id="rId10"/>
    <p:sldId id="32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6"/>
          </p14:sldIdLst>
        </p14:section>
        <p14:section name="ch2_wb-&amp;-ws" id="{04CB4299-6CCE-4778-AFDE-44CB65391529}">
          <p14:sldIdLst>
            <p14:sldId id="324"/>
            <p14:sldId id="325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94" d="100"/>
          <a:sy n="94" d="100"/>
        </p:scale>
        <p:origin x="115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245FF-35D8-A612-3794-538AFE5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C68A0-3860-8D58-6187-6184BE81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273"/>
            <a:ext cx="10424160" cy="50874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DB2BC73-E5E2-BFBD-75AA-0042168C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721AC-B560-6F2E-4EE4-1BDCE2351F07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3720E0-7D2C-3C3E-35CC-EE8519E02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05CEA0-1C58-A478-54CF-6A4CE820B0A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Exercise</a:t>
            </a:r>
            <a:endParaRPr lang="en-US" sz="4400" b="1" dirty="0">
              <a:solidFill>
                <a:schemeClr val="accent4">
                  <a:lumMod val="75000"/>
                </a:schemeClr>
              </a:solidFill>
              <a:latin typeface="72 Black" panose="020B0A04030603020204" pitchFamily="34" charset="0"/>
              <a:cs typeface="72 Black" panose="020B0A040306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A86E5-7079-8A0F-E21B-6A3A4C842B37}"/>
              </a:ext>
            </a:extLst>
          </p:cNvPr>
          <p:cNvSpPr txBox="1"/>
          <p:nvPr/>
        </p:nvSpPr>
        <p:spPr>
          <a:xfrm>
            <a:off x="667559" y="3235960"/>
            <a:ext cx="9929321" cy="1323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Question:</a:t>
            </a:r>
          </a:p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Write into a new Excel file with iterating</a:t>
            </a:r>
          </a:p>
        </p:txBody>
      </p:sp>
    </p:spTree>
    <p:extLst>
      <p:ext uri="{BB962C8B-B14F-4D97-AF65-F5344CB8AC3E}">
        <p14:creationId xmlns:p14="http://schemas.microsoft.com/office/powerpoint/2010/main" val="131562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2667</TotalTime>
  <Words>74</Words>
  <Application>Microsoft Office PowerPoint</Application>
  <PresentationFormat>Widescreen</PresentationFormat>
  <Paragraphs>25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15</cp:revision>
  <dcterms:created xsi:type="dcterms:W3CDTF">2025-12-27T06:44:44Z</dcterms:created>
  <dcterms:modified xsi:type="dcterms:W3CDTF">2025-12-29T03:19:28Z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