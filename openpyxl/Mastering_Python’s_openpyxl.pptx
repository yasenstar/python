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11"/>
  </p:notesMasterIdLst>
  <p:sldIdLst>
    <p:sldId id="320" r:id="rId5"/>
    <p:sldId id="322" r:id="rId6"/>
    <p:sldId id="323" r:id="rId7"/>
    <p:sldId id="324" r:id="rId8"/>
    <p:sldId id="325" r:id="rId9"/>
    <p:sldId id="32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</p14:sldIdLst>
        </p14:section>
        <p14:section name="ch2_wb-&amp;-ws" id="{04CB4299-6CCE-4778-AFDE-44CB65391529}">
          <p14:sldIdLst>
            <p14:sldId id="324"/>
            <p14:sldId id="325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113" d="100"/>
          <a:sy n="113" d="100"/>
        </p:scale>
        <p:origin x="453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12/27/2025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2523</TotalTime>
  <Words>55</Words>
  <Application>Microsoft Office PowerPoint</Application>
  <PresentationFormat>Widescreen</PresentationFormat>
  <Paragraphs>20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13</cp:revision>
  <dcterms:created xsi:type="dcterms:W3CDTF">2025-12-27T06:44:44Z</dcterms:created>
  <dcterms:modified xsi:type="dcterms:W3CDTF">2025-12-29T00:54:47Z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